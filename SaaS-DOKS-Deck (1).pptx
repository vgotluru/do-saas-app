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0" d="100"/>
          <a:sy n="40" d="100"/>
        </p:scale>
        <p:origin x="-1110" y="-138"/>
      </p:cViewPr>
      <p:guideLst>
        <p:guide orient="horz" pos="384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09F69-C970-4410-A339-66643CB3C17C}" type="datetimeFigureOut">
              <a:rPr lang="en-US" smtClean="0"/>
              <a:t>18-Jul-26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52977-7ADF-412E-BD86-574B24485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4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21C0A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Web App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DigitalOcean Kubernetes (DOKS)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walkthrough  •  cluster: k8s-sass-web-app  •  region: sfo2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deployment needed to prove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98598" cy="3657600"/>
          </a:xfrm>
          <a:prstGeom prst="roundRect">
            <a:avLst>
              <a:gd name="adj" fmla="val 439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77899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77899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041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19499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pods automatically as load grows — no manual intervention.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2998" y="1645920"/>
            <a:ext cx="2498598" cy="3657600"/>
          </a:xfrm>
          <a:prstGeom prst="roundRect">
            <a:avLst>
              <a:gd name="adj" fmla="val 439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2257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2257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41598" y="2834640"/>
            <a:ext cx="2041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87318" y="3337560"/>
            <a:ext cx="19499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responses even while scaling in real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7356" y="1645920"/>
            <a:ext cx="2498598" cy="3657600"/>
          </a:xfrm>
          <a:prstGeom prst="roundRect">
            <a:avLst>
              <a:gd name="adj" fmla="val 439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06615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06615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05956" y="2834640"/>
            <a:ext cx="2041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3337560"/>
            <a:ext cx="19499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deploys, health-checked routing.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1714" y="1645920"/>
            <a:ext cx="2498598" cy="3657600"/>
          </a:xfrm>
          <a:prstGeom prst="roundRect">
            <a:avLst>
              <a:gd name="adj" fmla="val 439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70973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70973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70314" y="2834640"/>
            <a:ext cx="2041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6034" y="3337560"/>
            <a:ext cx="19499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infrastructure, real billing data, no waste.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Web App on DOKS  |  Live Deployment Walkthrough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flow: users to autoscaled pods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Web App on DOKS  |  Live Deployment Walkthrough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8A1338CE-FA6F-6100-1CB4-97327FF6F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09" y="1081673"/>
            <a:ext cx="7081747" cy="5108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and Kubernetes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routes: / (homepage), /healthz (probes), /load (CPU burn — triggers autoscaling for testing).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replicas, RollingUpdate with maxUnavailable: 0 — zero dropped requests during deploys.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requests/limits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250m/500m CPU, 128Mi/256Mi memory per pod — the basis for both scheduling and HPA math.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(LoadBalancer)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057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a real DO Load Balancer, health-checked on /healthz, port 80 → 5000.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31546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HorizontalPodAutoscaler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657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autoscaling/v2, CPU 60% target, scales 2→6 replicas.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754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47548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metrics-server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257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preinstalled on DOKS — installed manually with a DOKS-specific TLS patch (more on this next).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Web App on DOKS  |  Live Deployment Walkthrough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— REAL BILLING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monthly cost: $36.00 baseline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0" cy="41148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1554480"/>
            <a:ext cx="4754880" cy="41148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57800" y="1554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0" y="1554480"/>
            <a:ext cx="1737360" cy="41148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1554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572000" cy="50292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965960"/>
            <a:ext cx="4754880" cy="50292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1965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saasappregistry, 55.25 MiB (Starter, free ≤ 500 MiB)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0" y="1965960"/>
            <a:ext cx="1737360" cy="50292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12680" y="1965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DOKS control plane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468880"/>
            <a:ext cx="4754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57800" y="2468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managed cluster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75520" y="246888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1268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4572000" cy="50292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2971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Load Balancer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971800"/>
            <a:ext cx="4754880" cy="50292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node, flat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75520" y="2971800"/>
            <a:ext cx="1737360" cy="50292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12680" y="2971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474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474720"/>
            <a:ext cx="4754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57800" y="3474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s-1vcpu-2gb @ $12/node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75520" y="347472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12680" y="3474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4572000" cy="502920"/>
          </a:xfrm>
          <a:prstGeom prst="rect">
            <a:avLst/>
          </a:prstGeom>
          <a:solidFill>
            <a:srgbClr val="E4F1E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20640" y="3977640"/>
            <a:ext cx="4754880" cy="502920"/>
          </a:xfrm>
          <a:prstGeom prst="rect">
            <a:avLst/>
          </a:prstGeom>
          <a:solidFill>
            <a:srgbClr val="E4F1E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875520" y="3977640"/>
            <a:ext cx="1737360" cy="502920"/>
          </a:xfrm>
          <a:prstGeom prst="rect">
            <a:avLst/>
          </a:prstGeom>
          <a:solidFill>
            <a:srgbClr val="E4F1E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3977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baseline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12680" y="3977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$36.00 / month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800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node-pool autoscaling is enabled (2→4 nodes), peak sustained cost rises to ~$63.00/month — a ceiling, not the expected steady-state. Inbound traffic is always free; outbound has a bundled pooled allowance with flat $0.01/GB overage.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Web App on DOKS  |  Live Deployment Walkthrough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scaling &amp;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node-pool autoscaling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is fixed at 2 nodes today — HPA could ask for more pods than can be scheduled.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4144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memory as a second HPA signal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alone can miss a memory-bound bottleneck.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37774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staging namespace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369778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currently happens against the same cluster.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3662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Spaces CDN — only if a static frontend is added later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Web App on DOKS  |  Live Deployment Walkthrough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monitor &amp;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41148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1463040"/>
            <a:ext cx="3383280" cy="41148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43400" y="1463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463040"/>
            <a:ext cx="3840480" cy="411480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0956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47472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app state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874520"/>
            <a:ext cx="338328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on pod restart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874520"/>
            <a:ext cx="384048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09560" y="18745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DO Managed Postgres before GA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3474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743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2-node pool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274320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2743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can request more pods than schedulable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2743200"/>
            <a:ext cx="3840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09560" y="27432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node-pool autoscaling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347472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6118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metrics-server is a manual install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611880"/>
            <a:ext cx="338328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43400" y="3611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cluster don’t have 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3611880"/>
            <a:ext cx="384048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36118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day-0 runbook step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3474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4805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alerting yet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448056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3400" y="44805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may miss a degraded state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4480560"/>
            <a:ext cx="3840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44805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DO Monitoring alerts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347472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" y="5349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 deployment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5349240"/>
            <a:ext cx="338328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43400" y="5349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outage takes the app down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5349240"/>
            <a:ext cx="3840480" cy="868680"/>
          </a:xfrm>
          <a:prstGeom prst="rect">
            <a:avLst/>
          </a:prstGeom>
          <a:solidFill>
            <a:srgbClr val="F2F5F7"/>
          </a:solidFill>
          <a:ln w="9525">
            <a:solidFill>
              <a:srgbClr val="E4E9ED"/>
            </a:solidFill>
            <a:prstDash val="solid"/>
          </a:ln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909560" y="53492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multi-region once SLAs are </a:t>
            </a:r>
            <a:r>
              <a:rPr lang="en-US" sz="1000" dirty="0" smtClean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and enable high availability control plane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Web App on DOKS  |  Live Deployment Walkthrough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084832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formal load/latency testing and fold real numbers into the QBR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862072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node-pool autoscaling and wire up DO Monitoring alerts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639312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migration to DO Managed Postgres for persistent state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575</Words>
  <Application>Microsoft Office PowerPoint</Application>
  <PresentationFormat>Custom</PresentationFormat>
  <Paragraphs>112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HOME</cp:lastModifiedBy>
  <cp:revision>7</cp:revision>
  <dcterms:created xsi:type="dcterms:W3CDTF">2026-07-19T06:12:05Z</dcterms:created>
  <dcterms:modified xsi:type="dcterms:W3CDTF">2026-07-20T00:18:36Z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2026-07-19T06:37:49Z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c75f922c-f82a-4f7f-9748-e5e92c9ec126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